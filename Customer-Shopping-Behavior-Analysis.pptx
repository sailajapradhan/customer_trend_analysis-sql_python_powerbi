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MuseoModerno Medium"/>
      <p:regular r:id="rId12"/>
    </p:embeddedFont>
    <p:embeddedFont>
      <p:font typeface="MuseoModerno Medium"/>
      <p:regular r:id="rId13"/>
    </p:embeddedFont>
    <p:embeddedFont>
      <p:font typeface="MuseoModerno Medium"/>
      <p:regular r:id="rId14"/>
    </p:embeddedFont>
    <p:embeddedFont>
      <p:font typeface="MuseoModerno Medium"/>
      <p:regular r:id="rId15"/>
    </p:embeddedFont>
    <p:embeddedFont>
      <p:font typeface="Source Sans 3"/>
      <p:regular r:id="rId16"/>
    </p:embeddedFont>
    <p:embeddedFont>
      <p:font typeface="Source Sans 3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EE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71" y="366936"/>
            <a:ext cx="3307184" cy="44096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55393" y="359569"/>
            <a:ext cx="4862215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Shopping Behavior Analysis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3855393" y="1277987"/>
            <a:ext cx="4862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insights from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product categories — spending patterns, customer segments, and subscription behavior.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855393" y="1758107"/>
            <a:ext cx="4862215" cy="677987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/>
        </p:spPr>
      </p:sp>
      <p:sp>
        <p:nvSpPr>
          <p:cNvPr id="7" name="Text 4"/>
          <p:cNvSpPr/>
          <p:nvPr/>
        </p:nvSpPr>
        <p:spPr>
          <a:xfrm>
            <a:off x="3977208" y="1879922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3,900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977208" y="2133079"/>
            <a:ext cx="461858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Purchases analyzed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55393" y="2540719"/>
            <a:ext cx="4862215" cy="677987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/>
        </p:spPr>
      </p:sp>
      <p:sp>
        <p:nvSpPr>
          <p:cNvPr id="10" name="Text 7"/>
          <p:cNvSpPr/>
          <p:nvPr/>
        </p:nvSpPr>
        <p:spPr>
          <a:xfrm>
            <a:off x="3977208" y="266253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18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77208" y="2915692"/>
            <a:ext cx="461858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columns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55393" y="3323332"/>
            <a:ext cx="4862215" cy="677987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3977208" y="344514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Python + SQL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977208" y="3698304"/>
            <a:ext cx="461858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stack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55393" y="4105945"/>
            <a:ext cx="4862215" cy="677987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/>
        </p:spPr>
      </p:sp>
      <p:sp>
        <p:nvSpPr>
          <p:cNvPr id="16" name="Text 13"/>
          <p:cNvSpPr/>
          <p:nvPr/>
        </p:nvSpPr>
        <p:spPr>
          <a:xfrm>
            <a:off x="3977208" y="422776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977208" y="4480917"/>
            <a:ext cx="461858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50862"/>
            <a:ext cx="333174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Preparation &amp; EDA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2360935"/>
            <a:ext cx="2599060" cy="921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82876" y="94468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Python Pipeline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482876" y="122984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482876" y="1411188"/>
            <a:ext cx="5067672" cy="14288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7" name="Text 4"/>
          <p:cNvSpPr/>
          <p:nvPr/>
        </p:nvSpPr>
        <p:spPr>
          <a:xfrm>
            <a:off x="3482876" y="149728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Load &amp; Explore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82876" y="1770757"/>
            <a:ext cx="50676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pandas, df.info(), .describe()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482876" y="211760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82876" y="2298948"/>
            <a:ext cx="5067672" cy="14288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1" name="Text 8"/>
          <p:cNvSpPr/>
          <p:nvPr/>
        </p:nvSpPr>
        <p:spPr>
          <a:xfrm>
            <a:off x="3482876" y="238504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Clean &amp; Impute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82876" y="2658517"/>
            <a:ext cx="50676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37 missing ratings filled with category median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82876" y="300536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82876" y="3186708"/>
            <a:ext cx="5067672" cy="14288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5" name="Text 12"/>
          <p:cNvSpPr/>
          <p:nvPr/>
        </p:nvSpPr>
        <p:spPr>
          <a:xfrm>
            <a:off x="3482876" y="327280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82876" y="3546277"/>
            <a:ext cx="50676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age_group, purchase_frequency_days columns created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82876" y="3893121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82876" y="4074468"/>
            <a:ext cx="5067672" cy="14288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9" name="Text 16"/>
          <p:cNvSpPr/>
          <p:nvPr/>
        </p:nvSpPr>
        <p:spPr>
          <a:xfrm>
            <a:off x="3482876" y="4160565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Load to PostgreSQL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82876" y="4434036"/>
            <a:ext cx="506767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Cleaned DataFrame exported for SQL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59048"/>
            <a:ext cx="564244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SQL Analysis: Key Business Questions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169537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Revenue by Gender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132" y="2003450"/>
            <a:ext cx="2109192" cy="10507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6393" y="3171899"/>
            <a:ext cx="232901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Subscribers vs. Non-Subscribers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93" y="3479974"/>
            <a:ext cx="2708672" cy="4927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037" y="1001390"/>
            <a:ext cx="184256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 5 Products by Rating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528" y="1309464"/>
            <a:ext cx="3708202" cy="19416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37037" y="3368799"/>
            <a:ext cx="194763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Shipping Type Comparison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501" y="3676873"/>
            <a:ext cx="2520330" cy="989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45132"/>
            <a:ext cx="495962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Segmentation &amp; Category Insights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128289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Segments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1575643"/>
            <a:ext cx="2649066" cy="8865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643" y="2571527"/>
            <a:ext cx="16334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Revenue by Age Group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51" y="2864272"/>
            <a:ext cx="2619449" cy="14967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61817" y="954956"/>
            <a:ext cx="198343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 3 Products per Category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356" y="1247701"/>
            <a:ext cx="4718000" cy="34412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70346"/>
            <a:ext cx="467320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Power BI Dashboard &amp; Recommendations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721" y="670396"/>
            <a:ext cx="6266557" cy="342907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8721" y="4164881"/>
            <a:ext cx="227037" cy="2270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38461" y="4164881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Boost Subscriptions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1738461" y="4341688"/>
            <a:ext cx="279715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subscriber benefits</a:t>
            </a:r>
            <a:endParaRPr lang="en-US" sz="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8314" y="4164881"/>
            <a:ext cx="227037" cy="2270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08054" y="4164881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Loyalty Programs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4908054" y="4341688"/>
            <a:ext cx="279722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→ move to "Loyal" segment</a:t>
            </a:r>
            <a:endParaRPr lang="en-US" sz="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8721" y="4577135"/>
            <a:ext cx="227037" cy="22703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8461" y="4577135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Discount Policy</a:t>
            </a:r>
            <a:endParaRPr lang="en-US" sz="850" dirty="0"/>
          </a:p>
        </p:txBody>
      </p:sp>
      <p:sp>
        <p:nvSpPr>
          <p:cNvPr id="12" name="Text 6"/>
          <p:cNvSpPr/>
          <p:nvPr/>
        </p:nvSpPr>
        <p:spPr>
          <a:xfrm>
            <a:off x="1738461" y="4753942"/>
            <a:ext cx="279715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</a:t>
            </a:r>
            <a:endParaRPr lang="en-US" sz="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8314" y="4577135"/>
            <a:ext cx="227037" cy="22703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08054" y="4577135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Targeted Marketing</a:t>
            </a:r>
            <a:endParaRPr lang="en-US" sz="850" dirty="0"/>
          </a:p>
        </p:txBody>
      </p:sp>
      <p:sp>
        <p:nvSpPr>
          <p:cNvPr id="15" name="Text 8"/>
          <p:cNvSpPr/>
          <p:nvPr/>
        </p:nvSpPr>
        <p:spPr>
          <a:xfrm>
            <a:off x="4908054" y="4753942"/>
            <a:ext cx="279722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&amp; express-shipping users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2026-05-12T22:39:24Z</dcterms:created>
  <dcterms:modified xsi:type="dcterms:W3CDTF">2026-05-12T22:39:24Z</dcterms:modified>
</cp:coreProperties>
</file>